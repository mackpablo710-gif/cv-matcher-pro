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5148072" cy="9144000"/>
  <p:notesSz cx="9144000" cy="514807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3956" y="25603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33956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JOB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07992" y="274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776472" y="-1097280"/>
            <a:ext cx="2743200" cy="27432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097280" y="73152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59636" y="20116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4F46E5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0" dirty="0"/>
          </a:p>
        </p:txBody>
      </p:sp>
      <p:sp>
        <p:nvSpPr>
          <p:cNvPr id="8" name="Text 6"/>
          <p:cNvSpPr/>
          <p:nvPr/>
        </p:nvSpPr>
        <p:spPr>
          <a:xfrm>
            <a:off x="365760" y="4206240"/>
            <a:ext cx="44165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 llaman?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299716" y="6355080"/>
            <a:ext cx="548640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6492240"/>
            <a:ext cx="44165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CV es genérico.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cargo necesita uno diferente.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74320" y="7955280"/>
            <a:ext cx="4599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JOB lo hace automático  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3956" y="25603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33956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JOB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07992" y="274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416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99716" y="1508760"/>
            <a:ext cx="548640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83080"/>
            <a:ext cx="4599432" cy="1783080"/>
          </a:xfrm>
          <a:prstGeom prst="rect">
            <a:avLst/>
          </a:prstGeom>
          <a:solidFill>
            <a:srgbClr val="1C1C2E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783080"/>
            <a:ext cx="64008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40280"/>
            <a:ext cx="658368" cy="658368"/>
          </a:xfrm>
          <a:prstGeom prst="ellipse">
            <a:avLst/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0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8448" y="2130552"/>
            <a:ext cx="3547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Envías el mismo CV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todos los cargos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4599432" cy="1783080"/>
          </a:xfrm>
          <a:prstGeom prst="rect">
            <a:avLst/>
          </a:prstGeom>
          <a:solidFill>
            <a:srgbClr val="1C1C2E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886200"/>
            <a:ext cx="64008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343400"/>
            <a:ext cx="658368" cy="658368"/>
          </a:xfrm>
          <a:prstGeom prst="ellipse">
            <a:avLst/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343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98448" y="4233672"/>
            <a:ext cx="3547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filtros ATS eliminan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postulación automáticamente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5989320"/>
            <a:ext cx="4599432" cy="1783080"/>
          </a:xfrm>
          <a:prstGeom prst="rect">
            <a:avLst/>
          </a:prstGeom>
          <a:solidFill>
            <a:srgbClr val="1C1C2E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5989320"/>
            <a:ext cx="64008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6446520"/>
            <a:ext cx="658368" cy="658368"/>
          </a:xfrm>
          <a:prstGeom prst="ellipse">
            <a:avLst/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46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98448" y="6336792"/>
            <a:ext cx="3547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reclutadores ven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CVs exactamente iguales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0" y="8732520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cvjob.cl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3956" y="25603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33956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JOB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07992" y="274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731520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5079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tu CV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el cargo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85316" y="2743200"/>
            <a:ext cx="2377440" cy="2377440"/>
          </a:xfrm>
          <a:prstGeom prst="ellipse">
            <a:avLst/>
          </a:prstGeom>
          <a:solidFill>
            <a:srgbClr val="1C1C2E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5316" y="27432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385316" y="5074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Inicial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99716" y="5623560"/>
            <a:ext cx="548640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5806440"/>
            <a:ext cx="45079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JOB compara tu experiencia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 que pide el cargo.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6858000"/>
            <a:ext cx="4507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 exactamente qué tan alineado estás — antes de postular.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0" y="8732520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cvjob.cl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3956" y="25603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33956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JOB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07992" y="274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731520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02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5079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adapta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2606040"/>
            <a:ext cx="1737360" cy="2194560"/>
          </a:xfrm>
          <a:prstGeom prst="rect">
            <a:avLst/>
          </a:prstGeom>
          <a:solidFill>
            <a:srgbClr val="1C1C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651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22860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53996" y="320040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182112" y="2606040"/>
            <a:ext cx="1737360" cy="2194560"/>
          </a:xfrm>
          <a:prstGeom prst="rect">
            <a:avLst/>
          </a:prstGeom>
          <a:solidFill>
            <a:srgbClr val="1C1C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2651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82112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3182112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99716" y="5074920"/>
            <a:ext cx="548640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212080"/>
            <a:ext cx="4507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Reescribe tu CV incorporando las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palabras clave del cargo.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6263640"/>
            <a:ext cx="4599432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626364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mentiras. Solo reorganiza y destaca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ya tienes.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0" y="8732520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cvjob.cl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3956" y="25603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33956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JOB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07992" y="274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731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03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5079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prepara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entrevista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705356" y="2697480"/>
            <a:ext cx="1737360" cy="1737360"/>
          </a:xfrm>
          <a:prstGeom prst="ellipse">
            <a:avLst/>
          </a:prstGeom>
          <a:solidFill>
            <a:srgbClr val="7C3AED">
              <a:alpha val="85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05356" y="2697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4572000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específicas para el cargo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99716" y="5120640"/>
            <a:ext cx="548640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5303520"/>
            <a:ext cx="1441704" cy="960120"/>
          </a:xfrm>
          <a:prstGeom prst="rect">
            <a:avLst/>
          </a:prstGeom>
          <a:solidFill>
            <a:srgbClr val="1C1C2E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303520"/>
            <a:ext cx="1441704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5367528"/>
            <a:ext cx="14417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53184" y="5303520"/>
            <a:ext cx="1441704" cy="960120"/>
          </a:xfrm>
          <a:prstGeom prst="rect">
            <a:avLst/>
          </a:prstGeom>
          <a:solidFill>
            <a:srgbClr val="1C1C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53184" y="5303520"/>
            <a:ext cx="144170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53184" y="5367528"/>
            <a:ext cx="14417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Conductuales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32048" y="5303520"/>
            <a:ext cx="1441704" cy="960120"/>
          </a:xfrm>
          <a:prstGeom prst="rect">
            <a:avLst/>
          </a:prstGeom>
          <a:solidFill>
            <a:srgbClr val="1C1C2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32048" y="5303520"/>
            <a:ext cx="144170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2048" y="5367528"/>
            <a:ext cx="14417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cargo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6446520"/>
            <a:ext cx="4599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tips personalizados basados en tu CV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8732520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cvjob.cl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3956" y="25603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33956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JOB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07992" y="274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88036" y="2286000"/>
            <a:ext cx="4572000" cy="4572000"/>
          </a:xfrm>
          <a:prstGeom prst="ellipse">
            <a:avLst/>
          </a:prstGeom>
          <a:solidFill>
            <a:srgbClr val="4F46E5">
              <a:alpha val="7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45079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números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hablan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299716" y="2057400"/>
            <a:ext cx="548640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377440"/>
            <a:ext cx="4599432" cy="1737360"/>
          </a:xfrm>
          <a:prstGeom prst="rect">
            <a:avLst/>
          </a:prstGeom>
          <a:solidFill>
            <a:srgbClr val="1C1C2E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377440"/>
            <a:ext cx="64008" cy="1737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146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1920240" y="2834640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promedio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4434840"/>
            <a:ext cx="4599432" cy="1737360"/>
          </a:xfrm>
          <a:prstGeom prst="rect">
            <a:avLst/>
          </a:prstGeom>
          <a:solidFill>
            <a:srgbClr val="1C1C2E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443484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5720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1920240" y="4892040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match conseguido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6492240"/>
            <a:ext cx="4599432" cy="1737360"/>
          </a:xfrm>
          <a:prstGeom prst="rect">
            <a:avLst/>
          </a:prstGeom>
          <a:solidFill>
            <a:srgbClr val="1C1C2E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649224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6294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+200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1920240" y="6949440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Adaptaciones realizadas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0" y="8732520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cvjob.cl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3956" y="25603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33956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JOB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07992" y="274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88036" y="1828800"/>
            <a:ext cx="4572000" cy="45720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4599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45994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Pruébalo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hoy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299716" y="3794760"/>
            <a:ext cx="548640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97764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primera adaptación sin costo.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22476" y="4800600"/>
            <a:ext cx="2103120" cy="621792"/>
          </a:xfrm>
          <a:prstGeom prst="rect">
            <a:avLst/>
          </a:prstGeom>
          <a:solidFill>
            <a:srgbClr val="4F46E5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2476" y="48006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cvjob.cl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" y="5623560"/>
            <a:ext cx="4599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 para Chile 🇨🇱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309360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Analiza tu match inicial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Adapta tu CV con 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7406640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Prepara tu entrevista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8549640"/>
            <a:ext cx="5148072" cy="594360"/>
          </a:xfrm>
          <a:prstGeom prst="rect">
            <a:avLst/>
          </a:prstGeom>
          <a:solidFill>
            <a:srgbClr val="4F46E5">
              <a:alpha val="7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8549640"/>
            <a:ext cx="5148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cvjob.cl  ·  Tu CV adaptado a cada cargo con IA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JOB — Instagram Carousel</dc:title>
  <dc:subject>PptxGenJS Presentation</dc:subject>
  <dc:creator>PptxGenJS</dc:creator>
  <cp:lastModifiedBy>PptxGenJS</cp:lastModifiedBy>
  <cp:revision>1</cp:revision>
  <dcterms:created xsi:type="dcterms:W3CDTF">2026-05-13T16:38:04Z</dcterms:created>
  <dcterms:modified xsi:type="dcterms:W3CDTF">2026-05-13T16:38:04Z</dcterms:modified>
</cp:coreProperties>
</file>