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937760" cy="6172200"/>
  <p:notesSz cx="6172200" cy="49377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-914400"/>
            <a:ext cx="2926080" cy="2926080"/>
          </a:xfrm>
          <a:prstGeom prst="ellipse">
            <a:avLst/>
          </a:prstGeom>
          <a:solidFill>
            <a:srgbClr val="4F46E5">
              <a:alpha val="18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26280"/>
            <a:ext cx="2560320" cy="256032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201168"/>
            <a:ext cx="118872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201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JOB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de claro ve tu postulación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" y="1078992"/>
            <a:ext cx="4608576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" y="12161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match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12161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" y="1572768"/>
            <a:ext cx="4334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está el CV de Jaime vs este cargo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1901952"/>
            <a:ext cx="804672" cy="804672"/>
          </a:xfrm>
          <a:prstGeom prst="ellipse">
            <a:avLst/>
          </a:prstGeom>
          <a:solidFill>
            <a:srgbClr val="F4F4F5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9019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280160" y="1901952"/>
            <a:ext cx="77724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9019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¡Buen match!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280160" y="2157984"/>
            <a:ext cx="33101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Jaime tiene sólida formación y trayectoria comercial. Su experiencia en negociación, liderazgo y análisis de datos lo alinea bien con los requisitos del cargo.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01752" y="2862072"/>
            <a:ext cx="4334256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" y="2953512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953512"/>
            <a:ext cx="18699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FUERTES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537460" y="2953512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20340" y="2953512"/>
            <a:ext cx="18699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spc="5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01752" y="3182112"/>
            <a:ext cx="2007108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82112"/>
            <a:ext cx="18790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en Ing. Comercial y MBA.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301752" y="3611880"/>
            <a:ext cx="2007108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11880"/>
            <a:ext cx="18790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en liderazgo y KPIs.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301752" y="4041648"/>
            <a:ext cx="2007108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41648"/>
            <a:ext cx="18790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de Excel y Power BI.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301752" y="4471416"/>
            <a:ext cx="2007108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471416"/>
            <a:ext cx="18790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grandes cuentas.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2537460" y="3182112"/>
            <a:ext cx="2007108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1468" y="3182112"/>
            <a:ext cx="18790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experiencia Fintech.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2537460" y="3611880"/>
            <a:ext cx="2007108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1468" y="3611880"/>
            <a:ext cx="18790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lidera equipos de +100.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2537460" y="4041648"/>
            <a:ext cx="2007108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1468" y="4041648"/>
            <a:ext cx="18790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no mencionado.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537460" y="4471416"/>
            <a:ext cx="2007108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1468" y="4471416"/>
            <a:ext cx="18790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Trayectoria Retail/FMCG.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0" y="5394960"/>
            <a:ext cx="493776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5394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tu score?  →  cvjob.cl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82880" y="57881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tu CV gratis · Sin registro · Resultado en segundos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2026-05-13T17:19:18Z</dcterms:created>
  <dcterms:modified xsi:type="dcterms:W3CDTF">2026-05-13T17:19:18Z</dcterms:modified>
</cp:coreProperties>
</file>